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58" r:id="rId4"/>
    <p:sldId id="270" r:id="rId5"/>
    <p:sldId id="262" r:id="rId6"/>
    <p:sldId id="272" r:id="rId7"/>
    <p:sldId id="276" r:id="rId8"/>
    <p:sldId id="275" r:id="rId9"/>
    <p:sldId id="274" r:id="rId10"/>
    <p:sldId id="277" r:id="rId11"/>
    <p:sldId id="278" r:id="rId12"/>
    <p:sldId id="273" r:id="rId13"/>
    <p:sldId id="267" r:id="rId14"/>
  </p:sldIdLst>
  <p:sldSz cx="12192000" cy="6858000"/>
  <p:notesSz cx="6858000" cy="9144000"/>
  <p:embeddedFontLst>
    <p:embeddedFont>
      <p:font typeface="Arial Black" panose="020B0A04020102020204" pitchFamily="34" charset="0"/>
      <p:bold r:id="rId16"/>
    </p:embeddedFont>
    <p:embeddedFont>
      <p:font typeface="Century Gothic" panose="020B0502020202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635C97-6473-4129-8333-48B608A15F8F}" v="36" dt="2026-10-04T12:10:21.6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ishka T" userId="e8aa160118d69b34" providerId="LiveId" clId="{66C687B4-CC65-41DC-BE48-781B8D20164B}"/>
    <pc:docChg chg="undo custSel addSld delSld modSld sldOrd">
      <pc:chgData name="Kanishka T" userId="e8aa160118d69b34" providerId="LiveId" clId="{66C687B4-CC65-41DC-BE48-781B8D20164B}" dt="2026-10-04T12:12:10.523" v="1212" actId="14100"/>
      <pc:docMkLst>
        <pc:docMk/>
      </pc:docMkLst>
      <pc:sldChg chg="modSp mod">
        <pc:chgData name="Kanishka T" userId="e8aa160118d69b34" providerId="LiveId" clId="{66C687B4-CC65-41DC-BE48-781B8D20164B}" dt="2026-10-04T07:20:11.166" v="162" actId="20577"/>
        <pc:sldMkLst>
          <pc:docMk/>
          <pc:sldMk cId="0" sldId="256"/>
        </pc:sldMkLst>
        <pc:spChg chg="mod">
          <ac:chgData name="Kanishka T" userId="e8aa160118d69b34" providerId="LiveId" clId="{66C687B4-CC65-41DC-BE48-781B8D20164B}" dt="2026-10-04T07:20:11.166" v="162" actId="20577"/>
          <ac:spMkLst>
            <pc:docMk/>
            <pc:sldMk cId="0" sldId="256"/>
            <ac:spMk id="148" creationId="{00000000-0000-0000-0000-000000000000}"/>
          </ac:spMkLst>
        </pc:spChg>
      </pc:sldChg>
      <pc:sldChg chg="modSp mod">
        <pc:chgData name="Kanishka T" userId="e8aa160118d69b34" providerId="LiveId" clId="{66C687B4-CC65-41DC-BE48-781B8D20164B}" dt="2026-10-04T08:16:30.297" v="1098" actId="1076"/>
        <pc:sldMkLst>
          <pc:docMk/>
          <pc:sldMk cId="0" sldId="258"/>
        </pc:sldMkLst>
        <pc:spChg chg="mod">
          <ac:chgData name="Kanishka T" userId="e8aa160118d69b34" providerId="LiveId" clId="{66C687B4-CC65-41DC-BE48-781B8D20164B}" dt="2026-10-04T08:16:30.297" v="1098" actId="1076"/>
          <ac:spMkLst>
            <pc:docMk/>
            <pc:sldMk cId="0" sldId="258"/>
            <ac:spMk id="167" creationId="{00000000-0000-0000-0000-000000000000}"/>
          </ac:spMkLst>
        </pc:spChg>
      </pc:sldChg>
      <pc:sldChg chg="modSp mod">
        <pc:chgData name="Kanishka T" userId="e8aa160118d69b34" providerId="LiveId" clId="{66C687B4-CC65-41DC-BE48-781B8D20164B}" dt="2026-10-04T08:16:19.643" v="1097" actId="1076"/>
        <pc:sldMkLst>
          <pc:docMk/>
          <pc:sldMk cId="0" sldId="259"/>
        </pc:sldMkLst>
        <pc:spChg chg="mod">
          <ac:chgData name="Kanishka T" userId="e8aa160118d69b34" providerId="LiveId" clId="{66C687B4-CC65-41DC-BE48-781B8D20164B}" dt="2026-10-04T08:16:19.643" v="1097" actId="1076"/>
          <ac:spMkLst>
            <pc:docMk/>
            <pc:sldMk cId="0" sldId="259"/>
            <ac:spMk id="176" creationId="{00000000-0000-0000-0000-000000000000}"/>
          </ac:spMkLst>
        </pc:spChg>
      </pc:sldChg>
      <pc:sldChg chg="modSp mod">
        <pc:chgData name="Kanishka T" userId="e8aa160118d69b34" providerId="LiveId" clId="{66C687B4-CC65-41DC-BE48-781B8D20164B}" dt="2026-10-04T08:16:51.351" v="1101" actId="1076"/>
        <pc:sldMkLst>
          <pc:docMk/>
          <pc:sldMk cId="0" sldId="262"/>
        </pc:sldMkLst>
        <pc:spChg chg="mod">
          <ac:chgData name="Kanishka T" userId="e8aa160118d69b34" providerId="LiveId" clId="{66C687B4-CC65-41DC-BE48-781B8D20164B}" dt="2026-10-04T08:16:51.351" v="1101" actId="1076"/>
          <ac:spMkLst>
            <pc:docMk/>
            <pc:sldMk cId="0" sldId="262"/>
            <ac:spMk id="202" creationId="{00000000-0000-0000-0000-000000000000}"/>
          </ac:spMkLst>
        </pc:spChg>
      </pc:sldChg>
      <pc:sldChg chg="modSp mod">
        <pc:chgData name="Kanishka T" userId="e8aa160118d69b34" providerId="LiveId" clId="{66C687B4-CC65-41DC-BE48-781B8D20164B}" dt="2026-10-04T08:16:40.256" v="1100" actId="1076"/>
        <pc:sldMkLst>
          <pc:docMk/>
          <pc:sldMk cId="0" sldId="270"/>
        </pc:sldMkLst>
        <pc:spChg chg="mod">
          <ac:chgData name="Kanishka T" userId="e8aa160118d69b34" providerId="LiveId" clId="{66C687B4-CC65-41DC-BE48-781B8D20164B}" dt="2026-10-04T08:16:36.295" v="1099" actId="1076"/>
          <ac:spMkLst>
            <pc:docMk/>
            <pc:sldMk cId="0" sldId="270"/>
            <ac:spMk id="176" creationId="{00000000-0000-0000-0000-000000000000}"/>
          </ac:spMkLst>
        </pc:spChg>
        <pc:picChg chg="mod">
          <ac:chgData name="Kanishka T" userId="e8aa160118d69b34" providerId="LiveId" clId="{66C687B4-CC65-41DC-BE48-781B8D20164B}" dt="2026-10-04T08:16:40.256" v="1100" actId="1076"/>
          <ac:picMkLst>
            <pc:docMk/>
            <pc:sldMk cId="0" sldId="270"/>
            <ac:picMk id="7" creationId="{A51022C6-0CA4-8944-E3C4-84F9DADBF079}"/>
          </ac:picMkLst>
        </pc:picChg>
      </pc:sldChg>
      <pc:sldChg chg="modSp mod">
        <pc:chgData name="Kanishka T" userId="e8aa160118d69b34" providerId="LiveId" clId="{66C687B4-CC65-41DC-BE48-781B8D20164B}" dt="2026-10-04T08:17:03.566" v="1102" actId="1076"/>
        <pc:sldMkLst>
          <pc:docMk/>
          <pc:sldMk cId="0" sldId="272"/>
        </pc:sldMkLst>
        <pc:spChg chg="mod">
          <ac:chgData name="Kanishka T" userId="e8aa160118d69b34" providerId="LiveId" clId="{66C687B4-CC65-41DC-BE48-781B8D20164B}" dt="2026-10-04T08:17:03.566" v="1102" actId="1076"/>
          <ac:spMkLst>
            <pc:docMk/>
            <pc:sldMk cId="0" sldId="272"/>
            <ac:spMk id="176" creationId="{00000000-0000-0000-0000-000000000000}"/>
          </ac:spMkLst>
        </pc:spChg>
      </pc:sldChg>
      <pc:sldChg chg="modSp mod">
        <pc:chgData name="Kanishka T" userId="e8aa160118d69b34" providerId="LiveId" clId="{66C687B4-CC65-41DC-BE48-781B8D20164B}" dt="2026-10-04T08:31:59.783" v="1182" actId="14100"/>
        <pc:sldMkLst>
          <pc:docMk/>
          <pc:sldMk cId="0" sldId="274"/>
        </pc:sldMkLst>
        <pc:spChg chg="mod">
          <ac:chgData name="Kanishka T" userId="e8aa160118d69b34" providerId="LiveId" clId="{66C687B4-CC65-41DC-BE48-781B8D20164B}" dt="2026-10-04T08:31:59.783" v="1182" actId="14100"/>
          <ac:spMkLst>
            <pc:docMk/>
            <pc:sldMk cId="0" sldId="274"/>
            <ac:spMk id="900" creationId="{00000000-0000-0000-0000-000000000000}"/>
          </ac:spMkLst>
        </pc:spChg>
      </pc:sldChg>
      <pc:sldChg chg="modSp add del mod">
        <pc:chgData name="Kanishka T" userId="e8aa160118d69b34" providerId="LiveId" clId="{66C687B4-CC65-41DC-BE48-781B8D20164B}" dt="2026-10-04T08:31:52.963" v="1181" actId="14100"/>
        <pc:sldMkLst>
          <pc:docMk/>
          <pc:sldMk cId="0" sldId="275"/>
        </pc:sldMkLst>
        <pc:spChg chg="mod">
          <ac:chgData name="Kanishka T" userId="e8aa160118d69b34" providerId="LiveId" clId="{66C687B4-CC65-41DC-BE48-781B8D20164B}" dt="2026-10-04T08:31:52.963" v="1181" actId="14100"/>
          <ac:spMkLst>
            <pc:docMk/>
            <pc:sldMk cId="0" sldId="275"/>
            <ac:spMk id="900" creationId="{00000000-0000-0000-0000-000000000000}"/>
          </ac:spMkLst>
        </pc:spChg>
      </pc:sldChg>
      <pc:sldChg chg="modSp add del mod">
        <pc:chgData name="Kanishka T" userId="e8aa160118d69b34" providerId="LiveId" clId="{66C687B4-CC65-41DC-BE48-781B8D20164B}" dt="2026-10-04T08:31:45.268" v="1180" actId="14100"/>
        <pc:sldMkLst>
          <pc:docMk/>
          <pc:sldMk cId="0" sldId="276"/>
        </pc:sldMkLst>
        <pc:spChg chg="mod">
          <ac:chgData name="Kanishka T" userId="e8aa160118d69b34" providerId="LiveId" clId="{66C687B4-CC65-41DC-BE48-781B8D20164B}" dt="2026-10-04T08:17:14.020" v="1103" actId="1076"/>
          <ac:spMkLst>
            <pc:docMk/>
            <pc:sldMk cId="0" sldId="276"/>
            <ac:spMk id="176" creationId="{00000000-0000-0000-0000-000000000000}"/>
          </ac:spMkLst>
        </pc:spChg>
        <pc:spChg chg="mod">
          <ac:chgData name="Kanishka T" userId="e8aa160118d69b34" providerId="LiveId" clId="{66C687B4-CC65-41DC-BE48-781B8D20164B}" dt="2026-10-04T08:31:45.268" v="1180" actId="14100"/>
          <ac:spMkLst>
            <pc:docMk/>
            <pc:sldMk cId="0" sldId="276"/>
            <ac:spMk id="900" creationId="{00000000-0000-0000-0000-000000000000}"/>
          </ac:spMkLst>
        </pc:spChg>
      </pc:sldChg>
      <pc:sldChg chg="addSp delSp modSp new del mod">
        <pc:chgData name="Kanishka T" userId="e8aa160118d69b34" providerId="LiveId" clId="{66C687B4-CC65-41DC-BE48-781B8D20164B}" dt="2026-10-04T07:49:43.502" v="231" actId="2696"/>
        <pc:sldMkLst>
          <pc:docMk/>
          <pc:sldMk cId="885887892" sldId="277"/>
        </pc:sldMkLst>
        <pc:spChg chg="del mod">
          <ac:chgData name="Kanishka T" userId="e8aa160118d69b34" providerId="LiveId" clId="{66C687B4-CC65-41DC-BE48-781B8D20164B}" dt="2026-10-04T07:48:36.133" v="204" actId="478"/>
          <ac:spMkLst>
            <pc:docMk/>
            <pc:sldMk cId="885887892" sldId="277"/>
            <ac:spMk id="2" creationId="{C4CA3652-4204-C13A-4B36-F55BB5309DB7}"/>
          </ac:spMkLst>
        </pc:spChg>
        <pc:spChg chg="add mod">
          <ac:chgData name="Kanishka T" userId="e8aa160118d69b34" providerId="LiveId" clId="{66C687B4-CC65-41DC-BE48-781B8D20164B}" dt="2026-10-04T07:49:32.942" v="230" actId="20577"/>
          <ac:spMkLst>
            <pc:docMk/>
            <pc:sldMk cId="885887892" sldId="277"/>
            <ac:spMk id="6" creationId="{4AF1387A-58A3-F365-E83E-863151B3AB09}"/>
          </ac:spMkLst>
        </pc:spChg>
      </pc:sldChg>
      <pc:sldChg chg="addSp delSp modSp add mod">
        <pc:chgData name="Kanishka T" userId="e8aa160118d69b34" providerId="LiveId" clId="{66C687B4-CC65-41DC-BE48-781B8D20164B}" dt="2026-10-04T08:58:58.474" v="1183" actId="14734"/>
        <pc:sldMkLst>
          <pc:docMk/>
          <pc:sldMk cId="2722294008" sldId="277"/>
        </pc:sldMkLst>
        <pc:spChg chg="mod">
          <ac:chgData name="Kanishka T" userId="e8aa160118d69b34" providerId="LiveId" clId="{66C687B4-CC65-41DC-BE48-781B8D20164B}" dt="2026-10-04T07:52:54.862" v="284" actId="20577"/>
          <ac:spMkLst>
            <pc:docMk/>
            <pc:sldMk cId="2722294008" sldId="277"/>
            <ac:spMk id="176" creationId="{EF3F5821-10CB-1720-B34E-EB18D6704C4B}"/>
          </ac:spMkLst>
        </pc:spChg>
        <pc:spChg chg="mod">
          <ac:chgData name="Kanishka T" userId="e8aa160118d69b34" providerId="LiveId" clId="{66C687B4-CC65-41DC-BE48-781B8D20164B}" dt="2026-10-04T08:14:04.011" v="1087" actId="1076"/>
          <ac:spMkLst>
            <pc:docMk/>
            <pc:sldMk cId="2722294008" sldId="277"/>
            <ac:spMk id="900" creationId="{FD080EB0-68A4-CEC7-8A13-76063E3511C0}"/>
          </ac:spMkLst>
        </pc:spChg>
        <pc:graphicFrameChg chg="add del mod">
          <ac:chgData name="Kanishka T" userId="e8aa160118d69b34" providerId="LiveId" clId="{66C687B4-CC65-41DC-BE48-781B8D20164B}" dt="2026-10-04T07:51:37.207" v="252" actId="478"/>
          <ac:graphicFrameMkLst>
            <pc:docMk/>
            <pc:sldMk cId="2722294008" sldId="277"/>
            <ac:graphicFrameMk id="2" creationId="{E4DDA4D3-00B1-D809-2742-9760545294BC}"/>
          </ac:graphicFrameMkLst>
        </pc:graphicFrameChg>
        <pc:graphicFrameChg chg="add mod modGraphic">
          <ac:chgData name="Kanishka T" userId="e8aa160118d69b34" providerId="LiveId" clId="{66C687B4-CC65-41DC-BE48-781B8D20164B}" dt="2026-10-04T08:58:58.474" v="1183" actId="14734"/>
          <ac:graphicFrameMkLst>
            <pc:docMk/>
            <pc:sldMk cId="2722294008" sldId="277"/>
            <ac:graphicFrameMk id="3" creationId="{D8BC112D-3247-1978-A34A-FDF0913D389A}"/>
          </ac:graphicFrameMkLst>
        </pc:graphicFrameChg>
      </pc:sldChg>
      <pc:sldChg chg="addSp delSp modSp new del mod">
        <pc:chgData name="Kanishka T" userId="e8aa160118d69b34" providerId="LiveId" clId="{66C687B4-CC65-41DC-BE48-781B8D20164B}" dt="2026-10-04T07:48:08.182" v="197" actId="2696"/>
        <pc:sldMkLst>
          <pc:docMk/>
          <pc:sldMk cId="3384134246" sldId="277"/>
        </pc:sldMkLst>
        <pc:spChg chg="mod">
          <ac:chgData name="Kanishka T" userId="e8aa160118d69b34" providerId="LiveId" clId="{66C687B4-CC65-41DC-BE48-781B8D20164B}" dt="2026-10-04T07:47:44.045" v="191" actId="20577"/>
          <ac:spMkLst>
            <pc:docMk/>
            <pc:sldMk cId="3384134246" sldId="277"/>
            <ac:spMk id="2" creationId="{B16508D5-BA55-8B32-F6BC-4772A209B1DC}"/>
          </ac:spMkLst>
        </pc:spChg>
        <pc:spChg chg="add del mod">
          <ac:chgData name="Kanishka T" userId="e8aa160118d69b34" providerId="LiveId" clId="{66C687B4-CC65-41DC-BE48-781B8D20164B}" dt="2026-10-04T07:48:06.165" v="196"/>
          <ac:spMkLst>
            <pc:docMk/>
            <pc:sldMk cId="3384134246" sldId="277"/>
            <ac:spMk id="5" creationId="{D1ED9E33-9522-A3E2-8A11-191A8EAB8F22}"/>
          </ac:spMkLst>
        </pc:spChg>
      </pc:sldChg>
      <pc:sldChg chg="modSp add mod ord">
        <pc:chgData name="Kanishka T" userId="e8aa160118d69b34" providerId="LiveId" clId="{66C687B4-CC65-41DC-BE48-781B8D20164B}" dt="2026-10-04T12:12:10.523" v="1212" actId="14100"/>
        <pc:sldMkLst>
          <pc:docMk/>
          <pc:sldMk cId="2568721621" sldId="278"/>
        </pc:sldMkLst>
        <pc:spChg chg="mod">
          <ac:chgData name="Kanishka T" userId="e8aa160118d69b34" providerId="LiveId" clId="{66C687B4-CC65-41DC-BE48-781B8D20164B}" dt="2026-10-04T12:11:50.291" v="1207" actId="122"/>
          <ac:spMkLst>
            <pc:docMk/>
            <pc:sldMk cId="2568721621" sldId="278"/>
            <ac:spMk id="176" creationId="{9B67336E-5A64-D3DB-51FC-46DB6F97725E}"/>
          </ac:spMkLst>
        </pc:spChg>
        <pc:spChg chg="mod">
          <ac:chgData name="Kanishka T" userId="e8aa160118d69b34" providerId="LiveId" clId="{66C687B4-CC65-41DC-BE48-781B8D20164B}" dt="2026-10-04T12:12:10.523" v="1212" actId="14100"/>
          <ac:spMkLst>
            <pc:docMk/>
            <pc:sldMk cId="2568721621" sldId="278"/>
            <ac:spMk id="900" creationId="{67F83F9D-6AEB-2781-351C-928156BBEBE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df84bd36e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2df84bd36ed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g2df84bd36ed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df84bd36e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2df84bd36ed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g2df84bd36ed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df84bd36ed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2df84bd36ed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g2df84bd36ed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6aa4618a4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6aa4618a4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3f6aa4618a4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 panose="020B0502020202020204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 panose="020B0502020202020204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1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2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 panose="020B050202020202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2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3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4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 panose="020B0502020202020204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1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marL="1371600" lvl="2" indent="-3098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marL="1828800" lvl="3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marL="2286000" lvl="4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marL="2743200" lvl="5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marL="3200400" lvl="6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marL="3657600" lvl="7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marL="4114800" lvl="8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2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 panose="020B0502020202020204"/>
              <a:buNone/>
              <a:defRPr sz="36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>
            <a:spLocks noGrp="1"/>
          </p:cNvSpPr>
          <p:nvPr>
            <p:ph type="pic" idx="2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65" name="Google Shape;65;p24"/>
          <p:cNvSpPr txBox="1">
            <a:spLocks noGrp="1"/>
          </p:cNvSpPr>
          <p:nvPr>
            <p:ph type="body" idx="1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anoramic Picture with Caption">
  <p:cSld name="Panoramic Picture with 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"/>
          <p:cNvSpPr txBox="1"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 panose="020B0502020202020204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>
            <a:spLocks noGrp="1"/>
          </p:cNvSpPr>
          <p:nvPr>
            <p:ph type="pic" idx="2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72" name="Google Shape;72;p25"/>
          <p:cNvSpPr txBox="1">
            <a:spLocks noGrp="1"/>
          </p:cNvSpPr>
          <p:nvPr>
            <p:ph type="body" idx="1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aption">
  <p:cSld name="Title and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6"/>
          <p:cNvSpPr txBox="1"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 panose="020B0502020202020204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body" idx="1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with Caption">
  <p:cSld name="Quote with Ca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7"/>
          <p:cNvSpPr txBox="1"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 panose="020B0502020202020204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body" idx="1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 b="0" i="0" cap="small">
                <a:solidFill>
                  <a:srgbClr val="86D1D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body" idx="2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89" name="Google Shape;89;p27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0"/>
              <a:buFont typeface="Arial" panose="020B0604020202020204"/>
              <a:buNone/>
            </a:pPr>
            <a:r>
              <a:rPr lang="en-US" sz="12200" b="0" i="0" u="none" strike="noStrike" cap="none">
                <a:solidFill>
                  <a:srgbClr val="86D1D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0" name="Google Shape;90;p27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0"/>
              <a:buFont typeface="Arial" panose="020B0604020202020204"/>
              <a:buNone/>
            </a:pPr>
            <a:r>
              <a:rPr lang="en-US" sz="12200" b="0" i="0" u="none" strike="noStrike" cap="none">
                <a:solidFill>
                  <a:srgbClr val="86D1D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ame Card">
  <p:cSld name="Name Card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8"/>
          <p:cNvSpPr txBox="1"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 panose="020B0502020202020204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8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 Column">
  <p:cSld name="3 Colum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9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 panose="020B0502020202020204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body" idx="2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body" idx="3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02" name="Google Shape;102;p29"/>
          <p:cNvSpPr txBox="1">
            <a:spLocks noGrp="1"/>
          </p:cNvSpPr>
          <p:nvPr>
            <p:ph type="body" idx="4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03" name="Google Shape;103;p29"/>
          <p:cNvSpPr txBox="1">
            <a:spLocks noGrp="1"/>
          </p:cNvSpPr>
          <p:nvPr>
            <p:ph type="body" idx="5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6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105" name="Google Shape;105;p29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w="12700" cap="flat" cmpd="sng">
            <a:solidFill>
              <a:srgbClr val="86D1D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" name="Google Shape;106;p29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w="12700" cap="flat" cmpd="sng">
            <a:solidFill>
              <a:srgbClr val="86D1D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7" name="Google Shape;107;p29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9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9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 Picture Column">
  <p:cSld name="3 Picture Colum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0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 panose="020B0502020202020204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13" name="Google Shape;113;p30"/>
          <p:cNvSpPr>
            <a:spLocks noGrp="1"/>
          </p:cNvSpPr>
          <p:nvPr>
            <p:ph type="pic" idx="2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114" name="Google Shape;114;p30"/>
          <p:cNvSpPr txBox="1">
            <a:spLocks noGrp="1"/>
          </p:cNvSpPr>
          <p:nvPr>
            <p:ph type="body" idx="3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15" name="Google Shape;115;p30"/>
          <p:cNvSpPr txBox="1">
            <a:spLocks noGrp="1"/>
          </p:cNvSpPr>
          <p:nvPr>
            <p:ph type="body" idx="4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16" name="Google Shape;116;p30"/>
          <p:cNvSpPr>
            <a:spLocks noGrp="1"/>
          </p:cNvSpPr>
          <p:nvPr>
            <p:ph type="pic" idx="5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117" name="Google Shape;117;p30"/>
          <p:cNvSpPr txBox="1">
            <a:spLocks noGrp="1"/>
          </p:cNvSpPr>
          <p:nvPr>
            <p:ph type="body" idx="6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18" name="Google Shape;118;p30"/>
          <p:cNvSpPr txBox="1">
            <a:spLocks noGrp="1"/>
          </p:cNvSpPr>
          <p:nvPr>
            <p:ph type="body" idx="7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19" name="Google Shape;119;p30"/>
          <p:cNvSpPr>
            <a:spLocks noGrp="1"/>
          </p:cNvSpPr>
          <p:nvPr>
            <p:ph type="pic" idx="8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120" name="Google Shape;120;p30"/>
          <p:cNvSpPr txBox="1">
            <a:spLocks noGrp="1"/>
          </p:cNvSpPr>
          <p:nvPr>
            <p:ph type="body" idx="9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121" name="Google Shape;121;p30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w="12700" cap="flat" cmpd="sng">
            <a:solidFill>
              <a:srgbClr val="86D1D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" name="Google Shape;122;p30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w="12700" cap="flat" cmpd="sng">
            <a:solidFill>
              <a:srgbClr val="86D1D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3" name="Google Shape;123;p30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0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3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body" idx="1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1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2"/>
          <p:cNvSpPr txBox="1">
            <a:spLocks noGrp="1"/>
          </p:cNvSpPr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2"/>
          <p:cNvSpPr txBox="1">
            <a:spLocks noGrp="1"/>
          </p:cNvSpPr>
          <p:nvPr>
            <p:ph type="body" idx="1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5" name="Google Shape;135;p32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2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5"/>
          <p:cNvPicPr preferRelativeResize="0"/>
          <p:nvPr/>
        </p:nvPicPr>
        <p:blipFill rotWithShape="1">
          <a:blip r:embed="rId17"/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5"/>
          <p:cNvPicPr preferRelativeResize="0"/>
          <p:nvPr/>
        </p:nvPicPr>
        <p:blipFill rotWithShape="1">
          <a:blip r:embed="rId18"/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3922"/>
                </a:srgbClr>
              </a:gs>
              <a:gs pos="36000">
                <a:srgbClr val="4CB9C3">
                  <a:alpha val="3137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" name="Google Shape;13;p15"/>
          <p:cNvPicPr preferRelativeResize="0"/>
          <p:nvPr/>
        </p:nvPicPr>
        <p:blipFill rotWithShape="1">
          <a:blip r:embed="rId19"/>
          <a:srcRect t="28812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5"/>
          <p:cNvPicPr preferRelativeResize="0"/>
          <p:nvPr/>
        </p:nvPicPr>
        <p:blipFill rotWithShape="1">
          <a:blip r:embed="rId20"/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" name="Google Shape;16;p15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 panose="020B0502020202020204"/>
              <a:buNone/>
              <a:defRPr sz="4200" b="0" i="0" u="none" strike="noStrike" cap="none">
                <a:solidFill>
                  <a:schemeClr val="lt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sz="20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1371600" marR="0" lvl="2" indent="-30988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1828800" marR="0" lvl="3" indent="-2997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2286000" marR="0" lvl="4" indent="-2997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2743200" marR="0" lvl="5" indent="-2997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3200400" marR="0" lvl="6" indent="-2997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3657600" marR="0" lvl="7" indent="-2997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4114800" marR="0" lvl="8" indent="-2997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google.com/spreadsheets/d/1tlemzvjdgBboAme5a_gnXgnmQgdIl8Xo_NYlM07mKp0/edit?usp=sharing" TargetMode="Externa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"/>
          <p:cNvSpPr txBox="1">
            <a:spLocks noGrp="1"/>
          </p:cNvSpPr>
          <p:nvPr>
            <p:ph type="ctrTitle"/>
          </p:nvPr>
        </p:nvSpPr>
        <p:spPr>
          <a:xfrm>
            <a:off x="1407166" y="800835"/>
            <a:ext cx="9144000" cy="7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2600" b="1" dirty="0">
                <a:solidFill>
                  <a:srgbClr val="FF00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K. RAMAKRISHNAN COLLEGE OF TECHNOLOGY</a:t>
            </a:r>
            <a:br>
              <a:rPr lang="en-US" sz="2600" b="1" dirty="0">
                <a:solidFill>
                  <a:srgbClr val="FF00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2600" b="1" dirty="0">
                <a:solidFill>
                  <a:srgbClr val="FF00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(AUTONOMOUS), TIRUCHIRAPALLI</a:t>
            </a:r>
            <a:endParaRPr sz="26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3" name="Google Shape;143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"/>
          <p:cNvSpPr txBox="1"/>
          <p:nvPr/>
        </p:nvSpPr>
        <p:spPr>
          <a:xfrm>
            <a:off x="1279887" y="2651287"/>
            <a:ext cx="9839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PACKAGE DAMAGE RISK PREDICTION</a:t>
            </a:r>
            <a:endParaRPr sz="18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6" name="Google Shape;146;p1"/>
          <p:cNvSpPr txBox="1"/>
          <p:nvPr/>
        </p:nvSpPr>
        <p:spPr>
          <a:xfrm>
            <a:off x="219075" y="6453188"/>
            <a:ext cx="9906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en-US" sz="1400" b="0" i="0" u="none" strike="noStrike" cap="none">
                <a:solidFill>
                  <a:srgbClr val="8B8B8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6/5/24</a:t>
            </a:r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7" name="Google Shape;147;p1"/>
          <p:cNvSpPr txBox="1"/>
          <p:nvPr/>
        </p:nvSpPr>
        <p:spPr>
          <a:xfrm>
            <a:off x="10957961" y="6426683"/>
            <a:ext cx="217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8" name="Google Shape;148;p1"/>
          <p:cNvSpPr txBox="1"/>
          <p:nvPr/>
        </p:nvSpPr>
        <p:spPr>
          <a:xfrm>
            <a:off x="3032266" y="3660218"/>
            <a:ext cx="5893800" cy="2920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BY,</a:t>
            </a:r>
            <a:endParaRPr lang="en-IN" sz="1600" b="1" i="0" u="none" strike="noStrike" cap="none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lang="en-IN" sz="20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IN" sz="20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Joshica</a:t>
            </a:r>
            <a:r>
              <a:rPr lang="en-IN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M – 2503811724322039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Kanishka T – 2503811724322040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Lethees</a:t>
            </a: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Varman – 2503811724321048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Midhun Suresh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– 2503811724321053</a:t>
            </a:r>
            <a:endParaRPr lang="en-US" sz="2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lang="en-US" sz="20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lang="en-US" sz="20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89E7BE-8400-5FE7-3341-B0C864F60E86}"/>
              </a:ext>
            </a:extLst>
          </p:cNvPr>
          <p:cNvSpPr txBox="1"/>
          <p:nvPr/>
        </p:nvSpPr>
        <p:spPr>
          <a:xfrm>
            <a:off x="3116200" y="1873223"/>
            <a:ext cx="6167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AGI1242 – Machine Learning Techniques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f84bd36ed_0_1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fld id="{00000000-1234-1234-1234-123412341234}" type="slidenum"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74" name="Google Shape;174;g2df84bd36ed_0_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2df84bd36ed_0_1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2df84bd36ed_0_14"/>
          <p:cNvSpPr txBox="1"/>
          <p:nvPr/>
        </p:nvSpPr>
        <p:spPr>
          <a:xfrm>
            <a:off x="3052399" y="436836"/>
            <a:ext cx="45927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</a:t>
            </a:r>
            <a:endParaRPr sz="30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00" name="Body 900"/>
          <p:cNvSpPr txBox="1"/>
          <p:nvPr/>
        </p:nvSpPr>
        <p:spPr>
          <a:xfrm>
            <a:off x="503500" y="1600498"/>
            <a:ext cx="11185000" cy="4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analyze shipment parameters such as product type, distance, handling stages and packaging to identify factors that influence package damage.</a:t>
            </a:r>
          </a:p>
          <a:p>
            <a:pPr marL="228600" marR="0" lvl="0" indent="-228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design a machine learning model that predicts the probability of a shipment arriving damaged.</a:t>
            </a:r>
          </a:p>
          <a:p>
            <a:pPr marL="228600" marR="0" lvl="0" indent="-228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classify shipments into Low, Medium or High damage risk categories using historical shipment records.</a:t>
            </a:r>
          </a:p>
          <a:p>
            <a:pPr marL="228600" marR="0" lvl="0" indent="-228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help logistics companies take preventive action - such as better packaging or careful handling - for high-risk shipments.</a:t>
            </a:r>
          </a:p>
          <a:p>
            <a:pPr marL="228600" marR="0" lvl="0" indent="-228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reduce transit damage, customer complaints and financial losses through early risk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f84bd36ed_0_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fld id="{00000000-1234-1234-1234-123412341234}" type="slidenum"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</a:t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65" name="Google Shape;165;g2df84bd36ed_0_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2df84bd36ed_0_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2df84bd36ed_0_7"/>
          <p:cNvSpPr txBox="1"/>
          <p:nvPr/>
        </p:nvSpPr>
        <p:spPr>
          <a:xfrm>
            <a:off x="2973805" y="600959"/>
            <a:ext cx="5514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IDENTIFICATION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01" name="Body 901"/>
          <p:cNvSpPr txBox="1"/>
          <p:nvPr/>
        </p:nvSpPr>
        <p:spPr>
          <a:xfrm>
            <a:off x="533345" y="1524270"/>
            <a:ext cx="11185000" cy="4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Logistics companies currently have no reliable way to know in advance which shipments are most likely to arrive damaged.</a:t>
            </a:r>
          </a:p>
          <a:p>
            <a:pPr marL="228600" marR="0" lvl="0" indent="-228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Damage risk depends on multiple interacting factors - product fragility, transport distance, number of handling stages, packaging quality and past damage history - which are hard to assess manually.</a:t>
            </a:r>
          </a:p>
          <a:p>
            <a:pPr marL="228600" marR="0" lvl="0" indent="-228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Without early warning, damaged shipments are only discovered after delivery, leading to customer complaints, returns, replacement costs and loss of trust.</a:t>
            </a:r>
          </a:p>
          <a:p>
            <a:pPr marL="228600" marR="0" lvl="0" indent="-228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Example: A glassware shipment travelling 840 km through 6 handling stages with basic packaging and a high previous damage rate carries a 68% chance of damage - a risk that goes unnoticed under current practices.</a:t>
            </a:r>
          </a:p>
          <a:p>
            <a:pPr marL="228600" marR="0" lvl="0" indent="-228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There is a need for a predictive system that uses historical shipment records to flag high-risk shipments before dispatch.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f84bd36ed_0_1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fld id="{00000000-1234-1234-1234-123412341234}" type="slidenum"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</a:t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74" name="Google Shape;174;g2df84bd36ed_0_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2df84bd36ed_0_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2df84bd36ed_0_14"/>
          <p:cNvSpPr txBox="1"/>
          <p:nvPr/>
        </p:nvSpPr>
        <p:spPr>
          <a:xfrm>
            <a:off x="3210585" y="346429"/>
            <a:ext cx="45927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FLOW DIAGRAM</a:t>
            </a:r>
            <a:endParaRPr sz="30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1022C6-0CA4-8944-E3C4-84F9DADBF0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410" r="25360"/>
          <a:stretch>
            <a:fillRect/>
          </a:stretch>
        </p:blipFill>
        <p:spPr>
          <a:xfrm>
            <a:off x="2991956" y="1186171"/>
            <a:ext cx="5303520" cy="5325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g2df84bd36ed_0_2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7314" y="23011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2df84bd36ed_0_21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037881" y="-1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2df84bd36ed_0_21"/>
          <p:cNvSpPr txBox="1"/>
          <p:nvPr/>
        </p:nvSpPr>
        <p:spPr>
          <a:xfrm>
            <a:off x="3294789" y="418397"/>
            <a:ext cx="4894500" cy="6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</a:t>
            </a:r>
            <a:endParaRPr sz="31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8D5873-BAC6-8788-25E2-F3F296478FAB}"/>
              </a:ext>
            </a:extLst>
          </p:cNvPr>
          <p:cNvSpPr txBox="1"/>
          <p:nvPr/>
        </p:nvSpPr>
        <p:spPr>
          <a:xfrm>
            <a:off x="5527898" y="3019079"/>
            <a:ext cx="13026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IN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f84bd36ed_0_1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fld id="{00000000-1234-1234-1234-123412341234}" type="slidenum"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</a:t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74" name="Google Shape;174;g2df84bd36ed_0_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2df84bd36ed_0_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2df84bd36ed_0_14"/>
          <p:cNvSpPr txBox="1"/>
          <p:nvPr/>
        </p:nvSpPr>
        <p:spPr>
          <a:xfrm>
            <a:off x="3062231" y="346429"/>
            <a:ext cx="45927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RESEARCH METHODOLOGY</a:t>
            </a:r>
            <a:endParaRPr sz="30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32" name="Body 932"/>
          <p:cNvSpPr txBox="1"/>
          <p:nvPr/>
        </p:nvSpPr>
        <p:spPr>
          <a:xfrm>
            <a:off x="700000" y="1750000"/>
            <a:ext cx="10800000" cy="3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combines multiple decision trees to deliver high accuracy and robustness against overfitting.</a:t>
            </a:r>
          </a:p>
          <a:p>
            <a:pPr marL="342900" marR="0" lvl="0" indent="-342900" algn="l" rtl="0">
              <a:lnSpc>
                <a:spcPct val="13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 offers a simple, fast and easily interpretable model for classifying shipment risk.</a:t>
            </a:r>
          </a:p>
          <a:p>
            <a:pPr marL="342900" marR="0" lvl="0" indent="-342900" algn="l" rtl="0">
              <a:lnSpc>
                <a:spcPct val="13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Vector Machine (SVM) finds an optimal boundary to separate risk classes, performing well on structured shipment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f84bd36ed_0_1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fld id="{00000000-1234-1234-1234-123412341234}" type="slidenum"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</a:t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74" name="Google Shape;174;g2df84bd36ed_0_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2df84bd36ed_0_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2df84bd36ed_0_14"/>
          <p:cNvSpPr txBox="1"/>
          <p:nvPr/>
        </p:nvSpPr>
        <p:spPr>
          <a:xfrm>
            <a:off x="1059902" y="456223"/>
            <a:ext cx="95000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ALGORITHM 1: RANDOM FOREST</a:t>
            </a:r>
            <a:endParaRPr sz="30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00" name="Body 900"/>
          <p:cNvSpPr txBox="1"/>
          <p:nvPr/>
        </p:nvSpPr>
        <p:spPr>
          <a:xfrm>
            <a:off x="737418" y="1641986"/>
            <a:ext cx="10951081" cy="4908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Principle:</a:t>
            </a:r>
          </a:p>
          <a:p>
            <a:pPr marL="0" marR="0" lvl="0" indent="0" algn="l" rtl="0">
              <a:lnSpc>
                <a:spcPct val="125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ensemble learning method that builds multiple decision trees on random subsets of shipment data and features, combining their predictions through majority voting.</a:t>
            </a:r>
          </a:p>
          <a:p>
            <a:pPr marL="0" marR="0" lvl="0" indent="0" algn="l" rtl="0">
              <a:lnSpc>
                <a:spcPct val="125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Advantages:</a:t>
            </a:r>
          </a:p>
          <a:p>
            <a:pPr marL="228600" marR="0" lvl="0" indent="-228600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accuracy and resistant to overfitting.</a:t>
            </a:r>
          </a:p>
          <a:p>
            <a:pPr marL="228600" marR="0" lvl="0" indent="-228600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mixed data types (categorical and numerical) well.</a:t>
            </a:r>
          </a:p>
          <a:p>
            <a:pPr marL="228600" marR="0" lvl="0" indent="-228600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feature importance for identifying key damage drivers.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f84bd36ed_0_1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fld id="{00000000-1234-1234-1234-123412341234}" type="slidenum"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8</a:t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74" name="Google Shape;174;g2df84bd36ed_0_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2df84bd36ed_0_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2df84bd36ed_0_14"/>
          <p:cNvSpPr txBox="1"/>
          <p:nvPr/>
        </p:nvSpPr>
        <p:spPr>
          <a:xfrm>
            <a:off x="1346000" y="402525"/>
            <a:ext cx="95000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ALGORITHM 2: DECISION TREE</a:t>
            </a:r>
            <a:endParaRPr sz="30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00" name="Body 900"/>
          <p:cNvSpPr txBox="1"/>
          <p:nvPr/>
        </p:nvSpPr>
        <p:spPr>
          <a:xfrm>
            <a:off x="698090" y="1730476"/>
            <a:ext cx="10990410" cy="481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Principle:</a:t>
            </a:r>
          </a:p>
          <a:p>
            <a:pPr marL="0" marR="0" lvl="0" indent="0" algn="l" rtl="0">
              <a:lnSpc>
                <a:spcPct val="125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single tree-based model that splits shipment data on feature thresholds (distance, handling stages, packaging type) to classify damage risk.</a:t>
            </a:r>
          </a:p>
          <a:p>
            <a:pPr marL="0" marR="0" lvl="0" indent="0" algn="l" rtl="0">
              <a:lnSpc>
                <a:spcPct val="125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Advantages:</a:t>
            </a:r>
          </a:p>
          <a:p>
            <a:pPr marL="228600" marR="0" lvl="0" indent="-228600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Simple, fast to train and easy to interpret.</a:t>
            </a:r>
          </a:p>
          <a:p>
            <a:pPr marL="228600" marR="0" lvl="0" indent="-228600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Visualizes decision logic clearly for reporting.</a:t>
            </a:r>
          </a:p>
          <a:p>
            <a:pPr marL="228600" marR="0" lvl="0" indent="-228600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little data preprocessing.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f84bd36ed_0_1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fld id="{00000000-1234-1234-1234-123412341234}" type="slidenum"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9</a:t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74" name="Google Shape;174;g2df84bd36ed_0_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2df84bd36ed_0_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2df84bd36ed_0_14"/>
          <p:cNvSpPr txBox="1"/>
          <p:nvPr/>
        </p:nvSpPr>
        <p:spPr>
          <a:xfrm>
            <a:off x="1346000" y="402525"/>
            <a:ext cx="95000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ALGORITHM 3: SUPPORT VECTOR MACHINE (SVM)</a:t>
            </a:r>
            <a:endParaRPr sz="30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00" name="Body 900"/>
          <p:cNvSpPr txBox="1"/>
          <p:nvPr/>
        </p:nvSpPr>
        <p:spPr>
          <a:xfrm>
            <a:off x="678426" y="1720644"/>
            <a:ext cx="11010074" cy="482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Principle:</a:t>
            </a:r>
          </a:p>
          <a:p>
            <a:pPr marL="0" marR="0" lvl="0" indent="0" algn="l" rtl="0">
              <a:lnSpc>
                <a:spcPct val="125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margin-based classifier that finds the optimal boundary separating Low, Medium and High risk shipment classes in feature space.</a:t>
            </a:r>
          </a:p>
          <a:p>
            <a:pPr marL="0" marR="0" lvl="0" indent="0" algn="l" rtl="0">
              <a:lnSpc>
                <a:spcPct val="125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Advantages:</a:t>
            </a:r>
          </a:p>
          <a:p>
            <a:pPr marL="228600" marR="0" lvl="0" indent="-228600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Effective on smaller, well-structured datasets.</a:t>
            </a:r>
          </a:p>
          <a:p>
            <a:pPr marL="228600" marR="0" lvl="0" indent="-228600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Performs well with clear margins between risk classes.</a:t>
            </a:r>
          </a:p>
          <a:p>
            <a:pPr marL="228600" marR="0" lvl="0" indent="-228600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to outliers when properly tuned.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8E0D5367-3079-932C-718E-9E0CBE942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f84bd36ed_0_14">
            <a:extLst>
              <a:ext uri="{FF2B5EF4-FFF2-40B4-BE49-F238E27FC236}">
                <a16:creationId xmlns:a16="http://schemas.microsoft.com/office/drawing/2014/main" id="{DF95DFB6-0D9A-8D73-0555-067BE779CA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fld id="{00000000-1234-1234-1234-123412341234}" type="slidenum"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</a:t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74" name="Google Shape;174;g2df84bd36ed_0_14">
            <a:extLst>
              <a:ext uri="{FF2B5EF4-FFF2-40B4-BE49-F238E27FC236}">
                <a16:creationId xmlns:a16="http://schemas.microsoft.com/office/drawing/2014/main" id="{15204277-1ADE-1E69-46BF-E728EA647937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2df84bd36ed_0_14">
            <a:extLst>
              <a:ext uri="{FF2B5EF4-FFF2-40B4-BE49-F238E27FC236}">
                <a16:creationId xmlns:a16="http://schemas.microsoft.com/office/drawing/2014/main" id="{32EA550C-A17B-C923-51D8-DDFBF7F6E6B5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2df84bd36ed_0_14">
            <a:extLst>
              <a:ext uri="{FF2B5EF4-FFF2-40B4-BE49-F238E27FC236}">
                <a16:creationId xmlns:a16="http://schemas.microsoft.com/office/drawing/2014/main" id="{EF3F5821-10CB-1720-B34E-EB18D6704C4B}"/>
              </a:ext>
            </a:extLst>
          </p:cNvPr>
          <p:cNvSpPr txBox="1"/>
          <p:nvPr/>
        </p:nvSpPr>
        <p:spPr>
          <a:xfrm>
            <a:off x="1001260" y="455141"/>
            <a:ext cx="9115523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ALGORITHM COMPARISON</a:t>
            </a:r>
            <a:endParaRPr sz="30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00" name="Body 900">
            <a:extLst>
              <a:ext uri="{FF2B5EF4-FFF2-40B4-BE49-F238E27FC236}">
                <a16:creationId xmlns:a16="http://schemas.microsoft.com/office/drawing/2014/main" id="{FD080EB0-68A4-CEC7-8A13-76063E3511C0}"/>
              </a:ext>
            </a:extLst>
          </p:cNvPr>
          <p:cNvSpPr txBox="1"/>
          <p:nvPr/>
        </p:nvSpPr>
        <p:spPr>
          <a:xfrm>
            <a:off x="871515" y="1462936"/>
            <a:ext cx="11185000" cy="5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5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BC112D-3247-1978-A34A-FDF0913D3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772253"/>
              </p:ext>
            </p:extLst>
          </p:nvPr>
        </p:nvGraphicFramePr>
        <p:xfrm>
          <a:off x="871515" y="1598720"/>
          <a:ext cx="9971289" cy="500995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92822">
                  <a:extLst>
                    <a:ext uri="{9D8B030D-6E8A-4147-A177-3AD203B41FA5}">
                      <a16:colId xmlns:a16="http://schemas.microsoft.com/office/drawing/2014/main" val="293061078"/>
                    </a:ext>
                  </a:extLst>
                </a:gridCol>
                <a:gridCol w="2492822">
                  <a:extLst>
                    <a:ext uri="{9D8B030D-6E8A-4147-A177-3AD203B41FA5}">
                      <a16:colId xmlns:a16="http://schemas.microsoft.com/office/drawing/2014/main" val="2404746784"/>
                    </a:ext>
                  </a:extLst>
                </a:gridCol>
                <a:gridCol w="2472719">
                  <a:extLst>
                    <a:ext uri="{9D8B030D-6E8A-4147-A177-3AD203B41FA5}">
                      <a16:colId xmlns:a16="http://schemas.microsoft.com/office/drawing/2014/main" val="1455910189"/>
                    </a:ext>
                  </a:extLst>
                </a:gridCol>
                <a:gridCol w="2512926">
                  <a:extLst>
                    <a:ext uri="{9D8B030D-6E8A-4147-A177-3AD203B41FA5}">
                      <a16:colId xmlns:a16="http://schemas.microsoft.com/office/drawing/2014/main" val="3411961503"/>
                    </a:ext>
                  </a:extLst>
                </a:gridCol>
              </a:tblGrid>
              <a:tr h="334373">
                <a:tc>
                  <a:txBody>
                    <a:bodyPr/>
                    <a:lstStyle/>
                    <a:p>
                      <a:r>
                        <a:rPr lang="en-IN" dirty="0"/>
                        <a:t>CRITERIA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RANDOM FOREST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DECISION TREE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SVM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680345"/>
                  </a:ext>
                </a:extLst>
              </a:tr>
              <a:tr h="370750">
                <a:tc>
                  <a:txBody>
                    <a:bodyPr/>
                    <a:lstStyle/>
                    <a:p>
                      <a:r>
                        <a:rPr lang="en-IN" sz="1800" b="1" dirty="0"/>
                        <a:t>Accuracy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Moderate-High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10749"/>
                  </a:ext>
                </a:extLst>
              </a:tr>
              <a:tr h="655942">
                <a:tc>
                  <a:txBody>
                    <a:bodyPr/>
                    <a:lstStyle/>
                    <a:p>
                      <a:r>
                        <a:rPr lang="en-IN" sz="1800" b="1" dirty="0"/>
                        <a:t>Overfitting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Higher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Low with proper Tuning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638946"/>
                  </a:ext>
                </a:extLst>
              </a:tr>
              <a:tr h="370750">
                <a:tc>
                  <a:txBody>
                    <a:bodyPr/>
                    <a:lstStyle/>
                    <a:p>
                      <a:r>
                        <a:rPr lang="en-IN" sz="1800" b="1" dirty="0"/>
                        <a:t>Training Speed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Moderate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189608"/>
                  </a:ext>
                </a:extLst>
              </a:tr>
              <a:tr h="405723">
                <a:tc>
                  <a:txBody>
                    <a:bodyPr/>
                    <a:lstStyle/>
                    <a:p>
                      <a:r>
                        <a:rPr lang="en-IN" sz="1800" b="1" dirty="0"/>
                        <a:t>Interpretability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443266"/>
                  </a:ext>
                </a:extLst>
              </a:tr>
              <a:tr h="738825">
                <a:tc>
                  <a:txBody>
                    <a:bodyPr/>
                    <a:lstStyle/>
                    <a:p>
                      <a:r>
                        <a:rPr lang="en-IN" sz="1800" b="1" dirty="0"/>
                        <a:t>Data Handling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Handles numerical &amp; categorical data 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Handles 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Works well with structured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348864"/>
                  </a:ext>
                </a:extLst>
              </a:tr>
              <a:tr h="738825">
                <a:tc>
                  <a:txBody>
                    <a:bodyPr/>
                    <a:lstStyle/>
                    <a:p>
                      <a:r>
                        <a:rPr lang="en-IN" sz="1800" b="1" dirty="0"/>
                        <a:t>Dataset Suitability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Suitable for complex shipment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Suitable for simple decision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Suitable for smaller structured datasets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049210"/>
                  </a:ext>
                </a:extLst>
              </a:tr>
              <a:tr h="655942">
                <a:tc>
                  <a:txBody>
                    <a:bodyPr/>
                    <a:lstStyle/>
                    <a:p>
                      <a:r>
                        <a:rPr lang="en-IN" sz="1800" b="1" dirty="0"/>
                        <a:t>Main Advantage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Robust and Accurate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Simple and easy to understand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Effective classification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724608"/>
                  </a:ext>
                </a:extLst>
              </a:tr>
              <a:tr h="738825">
                <a:tc>
                  <a:txBody>
                    <a:bodyPr/>
                    <a:lstStyle/>
                    <a:p>
                      <a:r>
                        <a:rPr lang="en-IN" sz="1800" b="1" dirty="0"/>
                        <a:t>Main Limitation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More computationally expensive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Can overfit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Requires careful parameter tuning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716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2294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70DD7B7A-34D0-0773-4124-50F4FC13F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f84bd36ed_0_14">
            <a:extLst>
              <a:ext uri="{FF2B5EF4-FFF2-40B4-BE49-F238E27FC236}">
                <a16:creationId xmlns:a16="http://schemas.microsoft.com/office/drawing/2014/main" id="{33596E1E-8439-BDFD-0F15-6512135787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fld id="{00000000-1234-1234-1234-123412341234}" type="slidenum"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11</a:t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74" name="Google Shape;174;g2df84bd36ed_0_14">
            <a:extLst>
              <a:ext uri="{FF2B5EF4-FFF2-40B4-BE49-F238E27FC236}">
                <a16:creationId xmlns:a16="http://schemas.microsoft.com/office/drawing/2014/main" id="{C29804AC-3D94-B806-A2A8-DDD10E22D754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2df84bd36ed_0_14">
            <a:extLst>
              <a:ext uri="{FF2B5EF4-FFF2-40B4-BE49-F238E27FC236}">
                <a16:creationId xmlns:a16="http://schemas.microsoft.com/office/drawing/2014/main" id="{A3727707-D2D2-7073-B824-09F5CC158F6A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2df84bd36ed_0_14">
            <a:extLst>
              <a:ext uri="{FF2B5EF4-FFF2-40B4-BE49-F238E27FC236}">
                <a16:creationId xmlns:a16="http://schemas.microsoft.com/office/drawing/2014/main" id="{9B67336E-5A64-D3DB-51FC-46DB6F97725E}"/>
              </a:ext>
            </a:extLst>
          </p:cNvPr>
          <p:cNvSpPr txBox="1"/>
          <p:nvPr/>
        </p:nvSpPr>
        <p:spPr>
          <a:xfrm>
            <a:off x="733864" y="518260"/>
            <a:ext cx="9500000" cy="666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IDEA IMPLEMENTATION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00" name="Body 900">
            <a:extLst>
              <a:ext uri="{FF2B5EF4-FFF2-40B4-BE49-F238E27FC236}">
                <a16:creationId xmlns:a16="http://schemas.microsoft.com/office/drawing/2014/main" id="{67F83F9D-6AEB-2781-351C-928156BBEBE6}"/>
              </a:ext>
            </a:extLst>
          </p:cNvPr>
          <p:cNvSpPr txBox="1"/>
          <p:nvPr/>
        </p:nvSpPr>
        <p:spPr>
          <a:xfrm>
            <a:off x="733864" y="1759973"/>
            <a:ext cx="10954636" cy="497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25000"/>
              </a:lnSpc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Shipment Details Input:</a:t>
            </a:r>
          </a:p>
          <a:p>
            <a:pPr lvl="0">
              <a:lnSpc>
                <a:spcPct val="125000"/>
              </a:lnSpc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user enters details such as product type, distance, packaging type and number of handling stages.</a:t>
            </a:r>
          </a:p>
          <a:p>
            <a:pPr lvl="0">
              <a:lnSpc>
                <a:spcPct val="125000"/>
              </a:lnSpc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Analysis:</a:t>
            </a:r>
          </a:p>
          <a:p>
            <a:pPr lvl="0">
              <a:lnSpc>
                <a:spcPct val="125000"/>
              </a:lnSpc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analyzes the entered shipment information using the trained machine learning model.</a:t>
            </a:r>
          </a:p>
          <a:p>
            <a:pPr lvl="0">
              <a:lnSpc>
                <a:spcPct val="125000"/>
              </a:lnSpc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Damage Probability:</a:t>
            </a:r>
          </a:p>
          <a:p>
            <a:pPr lvl="0">
              <a:lnSpc>
                <a:spcPct val="125000"/>
              </a:lnSpc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calculates the likelihood that the shipment may be damaged during transportation.</a:t>
            </a:r>
          </a:p>
          <a:p>
            <a:pPr lvl="0">
              <a:lnSpc>
                <a:spcPct val="125000"/>
              </a:lnSpc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Classification:</a:t>
            </a:r>
          </a:p>
          <a:p>
            <a:pPr lvl="0">
              <a:lnSpc>
                <a:spcPct val="125000"/>
              </a:lnSpc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shipment is classified into Low, Medium, or High damage-risk category.</a:t>
            </a:r>
          </a:p>
          <a:p>
            <a:pPr lvl="0">
              <a:lnSpc>
                <a:spcPct val="125000"/>
              </a:lnSpc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Preventive Action:</a:t>
            </a:r>
          </a:p>
          <a:p>
            <a:pPr lvl="0">
              <a:lnSpc>
                <a:spcPct val="125000"/>
              </a:lnSpc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high-risk shipments, the system recommends preventive measures such as improving packaging or reducing handling stages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68721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f84bd36ed_0_1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fld id="{00000000-1234-1234-1234-123412341234}" type="slidenum"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12</a:t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74" name="Google Shape;174;g2df84bd36ed_0_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2df84bd36ed_0_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2df84bd36ed_0_14"/>
          <p:cNvSpPr txBox="1"/>
          <p:nvPr/>
        </p:nvSpPr>
        <p:spPr>
          <a:xfrm>
            <a:off x="3799650" y="402525"/>
            <a:ext cx="45927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MODULES</a:t>
            </a:r>
            <a:endParaRPr sz="30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01" name="Card2001"/>
          <p:cNvSpPr/>
          <p:nvPr/>
        </p:nvSpPr>
        <p:spPr>
          <a:xfrm>
            <a:off x="396000" y="1650000"/>
            <a:ext cx="3700000" cy="23500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>
            <a:noFill/>
          </a:ln>
        </p:spPr>
        <p:txBody>
          <a:bodyPr wrap="square" lIns="150000" tIns="720000" rIns="150000" bIns="120000" anchor="t" anchorCtr="0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1600" b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Gathers historical shipment records - product type, distance, handling stages, packaging type and past damage rates.</a:t>
            </a:r>
          </a:p>
        </p:txBody>
      </p:sp>
      <p:sp>
        <p:nvSpPr>
          <p:cNvPr id="2000" name="Badge2000"/>
          <p:cNvSpPr/>
          <p:nvPr/>
        </p:nvSpPr>
        <p:spPr>
          <a:xfrm>
            <a:off x="2006000" y="1770000"/>
            <a:ext cx="480000" cy="4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</p:txBody>
      </p:sp>
      <p:sp>
        <p:nvSpPr>
          <p:cNvPr id="2003" name="Card2003"/>
          <p:cNvSpPr/>
          <p:nvPr/>
        </p:nvSpPr>
        <p:spPr>
          <a:xfrm>
            <a:off x="4246000" y="1650000"/>
            <a:ext cx="3700000" cy="23500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>
            <a:noFill/>
          </a:ln>
        </p:spPr>
        <p:txBody>
          <a:bodyPr wrap="square" lIns="150000" tIns="720000" rIns="150000" bIns="120000" anchor="t" anchorCtr="0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1600" b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Cleans raw data, handles missing values and encodes categorical attributes for model readiness.</a:t>
            </a:r>
          </a:p>
        </p:txBody>
      </p:sp>
      <p:sp>
        <p:nvSpPr>
          <p:cNvPr id="2002" name="Badge2002"/>
          <p:cNvSpPr/>
          <p:nvPr/>
        </p:nvSpPr>
        <p:spPr>
          <a:xfrm>
            <a:off x="5856000" y="1770000"/>
            <a:ext cx="480000" cy="4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  <p:sp>
        <p:nvSpPr>
          <p:cNvPr id="2005" name="Card2005"/>
          <p:cNvSpPr/>
          <p:nvPr/>
        </p:nvSpPr>
        <p:spPr>
          <a:xfrm>
            <a:off x="8096000" y="1650000"/>
            <a:ext cx="3700000" cy="23500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>
            <a:noFill/>
          </a:ln>
        </p:spPr>
        <p:txBody>
          <a:bodyPr wrap="square" lIns="150000" tIns="720000" rIns="150000" bIns="120000" anchor="t" anchorCtr="0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 &amp; Model Training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16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Extracts relevant features and trains Random Forest, Decision Tree and SVM models to learn damage patterns.</a:t>
            </a:r>
          </a:p>
        </p:txBody>
      </p:sp>
      <p:sp>
        <p:nvSpPr>
          <p:cNvPr id="2004" name="Badge2004"/>
          <p:cNvSpPr/>
          <p:nvPr/>
        </p:nvSpPr>
        <p:spPr>
          <a:xfrm>
            <a:off x="9706000" y="1770000"/>
            <a:ext cx="480000" cy="4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  <p:sp>
        <p:nvSpPr>
          <p:cNvPr id="2007" name="Card2007"/>
          <p:cNvSpPr/>
          <p:nvPr/>
        </p:nvSpPr>
        <p:spPr>
          <a:xfrm>
            <a:off x="2321000" y="4250000"/>
            <a:ext cx="3700000" cy="23500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>
            <a:noFill/>
          </a:ln>
        </p:spPr>
        <p:txBody>
          <a:bodyPr wrap="square" lIns="150000" tIns="720000" rIns="150000" bIns="120000" anchor="t" anchorCtr="0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Prediction Engine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16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Takes new shipment details as input and predicts the damage probability and risk category.</a:t>
            </a:r>
          </a:p>
        </p:txBody>
      </p:sp>
      <p:sp>
        <p:nvSpPr>
          <p:cNvPr id="2006" name="Badge2006"/>
          <p:cNvSpPr/>
          <p:nvPr/>
        </p:nvSpPr>
        <p:spPr>
          <a:xfrm>
            <a:off x="3931000" y="4370000"/>
            <a:ext cx="480000" cy="4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</a:p>
        </p:txBody>
      </p:sp>
      <p:sp>
        <p:nvSpPr>
          <p:cNvPr id="2009" name="Card2009"/>
          <p:cNvSpPr/>
          <p:nvPr/>
        </p:nvSpPr>
        <p:spPr>
          <a:xfrm>
            <a:off x="6171000" y="4250000"/>
            <a:ext cx="3700000" cy="23500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>
            <a:noFill/>
          </a:ln>
        </p:spPr>
        <p:txBody>
          <a:bodyPr wrap="square" lIns="150000" tIns="720000" rIns="150000" bIns="120000" anchor="t" anchorCtr="0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Reporting &amp; Alert Dashboard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16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Displays predicted risk levels (Low / Medium / High) and generates alerts for high-risk shipments.</a:t>
            </a:r>
          </a:p>
        </p:txBody>
      </p:sp>
      <p:sp>
        <p:nvSpPr>
          <p:cNvPr id="2008" name="Badge2008"/>
          <p:cNvSpPr/>
          <p:nvPr/>
        </p:nvSpPr>
        <p:spPr>
          <a:xfrm>
            <a:off x="7781000" y="4370000"/>
            <a:ext cx="480000" cy="4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6aa4618a4_0_37"/>
          <p:cNvSpPr txBox="1">
            <a:spLocks noGrp="1"/>
          </p:cNvSpPr>
          <p:nvPr>
            <p:ph type="body" idx="1"/>
          </p:nvPr>
        </p:nvSpPr>
        <p:spPr>
          <a:xfrm>
            <a:off x="3977550" y="187700"/>
            <a:ext cx="4019400" cy="809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</a:t>
            </a:r>
            <a:endParaRPr sz="25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42" name="Google Shape;242;g3f6aa4618a4_0_3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f6aa4618a4_0_3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Body 950"/>
          <p:cNvSpPr txBox="1"/>
          <p:nvPr/>
        </p:nvSpPr>
        <p:spPr>
          <a:xfrm>
            <a:off x="503500" y="1650000"/>
            <a:ext cx="11185000" cy="4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Package Damage Risk Prediction system uses historical shipment records to predict the likelihood of a package arriving damaged before it is dispatched.</a:t>
            </a:r>
          </a:p>
          <a:p>
            <a:pPr marL="228600" marR="0" lvl="0" indent="-228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By analyzing factors such as product type, distance, handling stages, packaging type and past damage rate, the Random Forest model classifies shipments into Low, Medium or High risk categories.</a:t>
            </a:r>
          </a:p>
          <a:p>
            <a:pPr marL="228600" marR="0" lvl="0" indent="-228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This enables logistics companies to take preventive measures - such as upgrading packaging or reducing handling stages - for high-risk shipments, reducing damage costs and improving customer satisfaction.</a:t>
            </a:r>
          </a:p>
          <a:p>
            <a:pPr marL="228600" marR="0" lvl="0" indent="-228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system can be further enhanced by incorporating real-time IoT sensor data, weather conditions and carrier-specific handling patterns for even more accurate predictions.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926</Words>
  <Application>Microsoft Office PowerPoint</Application>
  <PresentationFormat>Widescreen</PresentationFormat>
  <Paragraphs>133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Black</vt:lpstr>
      <vt:lpstr>Century Gothic</vt:lpstr>
      <vt:lpstr>Times New Roman</vt:lpstr>
      <vt:lpstr>Calibri</vt:lpstr>
      <vt:lpstr>Noto Sans Symbols</vt:lpstr>
      <vt:lpstr>Ion</vt:lpstr>
      <vt:lpstr>K. RAMAKRISHNAN COLLEGE OF TECHNOLOGY (AUTONOMOUS), TIRUCHIRAPALLI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K. RAMAKRISHNAN COLLEGE OF TECHNOLOGY (AUTONOMOUS), TIRUCHIRAPALLI</dc:title>
  <dc:creator>Rahini</dc:creator>
  <cp:lastModifiedBy>Kanishka T</cp:lastModifiedBy>
  <cp:revision>6</cp:revision>
  <dcterms:created xsi:type="dcterms:W3CDTF">2024-02-06T09:37:00Z</dcterms:created>
  <dcterms:modified xsi:type="dcterms:W3CDTF">2026-10-04T12:12:15Z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49F7CAB07F0746DF982BF93406825009_12</vt:lpwstr>
  </property>
  <property fmtid="{D5CDD505-2E9C-101B-9397-08002B2CF9AE}" pid="3" name="KSOProductBuildVer">
    <vt:lpwstr>1033-12.1.0.28032</vt:lpwstr>
  </property>
</Properties>
</file>